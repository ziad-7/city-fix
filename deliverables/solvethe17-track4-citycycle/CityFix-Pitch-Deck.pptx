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-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-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-Citizen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-City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-Coll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-Command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-City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-Smart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-Rig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-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-Coll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-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-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2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3-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4-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