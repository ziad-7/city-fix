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-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-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-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-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-Benef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-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-Citizen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-City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-Coll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-Command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-City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-SmartB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-Rig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-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-Fea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2-Colle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3-Pi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-Crite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-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1-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2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3-Priv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4-Ri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